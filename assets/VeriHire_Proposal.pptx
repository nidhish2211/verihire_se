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8.png"/><Relationship Id="rId10" Type="http://schemas.openxmlformats.org/officeDocument/2006/relationships/image" Target="../media/image-2-8.png"/><Relationship Id="rId11" Type="http://schemas.openxmlformats.org/officeDocument/2006/relationships/image" Target="../media/image-2-8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4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9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3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Students Trust the Internship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They Find Online?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 DISCOVER OPPORTUNITIES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6" name="Image 0" descr="/home/claude/verihire/icons/link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54" y="2374514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2860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job portals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98064"/>
            <a:ext cx="402336" cy="402336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9" name="Image 1" descr="/home/claude/verihire/icons/tele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4" y="2886578"/>
            <a:ext cx="225308" cy="225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9806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WhatsApp groups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12" name="Image 2" descr="/home/claude/verihire/icons/soci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3398642"/>
            <a:ext cx="225308" cy="2253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31012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822192"/>
            <a:ext cx="402336" cy="402336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15" name="Image 3" descr="/home/claude/verihire/icons/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" y="3910706"/>
            <a:ext cx="225308" cy="2253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8221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&amp; recruiter DMs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334256"/>
            <a:ext cx="402336" cy="402336"/>
          </a:xfrm>
          <a:prstGeom prst="ellipse">
            <a:avLst/>
          </a:prstGeom>
          <a:solidFill>
            <a:srgbClr val="2A3574"/>
          </a:solidFill>
          <a:ln/>
        </p:spPr>
      </p:sp>
      <p:pic>
        <p:nvPicPr>
          <p:cNvPr id="18" name="Image 4" descr="/home/claude/verihire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4422770"/>
            <a:ext cx="225308" cy="2253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33425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websites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RAISE QUESTIONS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400800" y="2286000"/>
            <a:ext cx="402336" cy="402336"/>
          </a:xfrm>
          <a:prstGeom prst="ellipse">
            <a:avLst/>
          </a:prstGeom>
          <a:solidFill>
            <a:srgbClr val="6E2A22"/>
          </a:solidFill>
          <a:ln/>
        </p:spPr>
      </p:sp>
      <p:pic>
        <p:nvPicPr>
          <p:cNvPr id="22" name="Image 5" descr="/home/claude/verihire/icons/moneybi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314" y="2374514"/>
            <a:ext cx="225308" cy="2253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49440" y="22860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training fee requests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400800" y="2798064"/>
            <a:ext cx="402336" cy="402336"/>
          </a:xfrm>
          <a:prstGeom prst="ellipse">
            <a:avLst/>
          </a:prstGeom>
          <a:solidFill>
            <a:srgbClr val="6E2A22"/>
          </a:solidFill>
          <a:ln/>
        </p:spPr>
      </p:sp>
      <p:pic>
        <p:nvPicPr>
          <p:cNvPr id="25" name="Image 6" descr="/home/claude/verihire/icons/warn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9314" y="2886578"/>
            <a:ext cx="225308" cy="2253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49440" y="27980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Unrealistic salary promises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0" y="3310128"/>
            <a:ext cx="402336" cy="402336"/>
          </a:xfrm>
          <a:prstGeom prst="ellipse">
            <a:avLst/>
          </a:prstGeom>
          <a:solidFill>
            <a:srgbClr val="6E2A22"/>
          </a:solidFill>
          <a:ln/>
        </p:spPr>
      </p:sp>
      <p:pic>
        <p:nvPicPr>
          <p:cNvPr id="28" name="Image 7" descr="/home/claude/verihire/icons/userSecr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9314" y="3398642"/>
            <a:ext cx="225308" cy="2253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49440" y="33101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recruiters or impersonated brands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400800" y="3822192"/>
            <a:ext cx="402336" cy="402336"/>
          </a:xfrm>
          <a:prstGeom prst="ellipse">
            <a:avLst/>
          </a:prstGeom>
          <a:solidFill>
            <a:srgbClr val="6E2A22"/>
          </a:solidFill>
          <a:ln/>
        </p:spPr>
      </p:sp>
      <p:pic>
        <p:nvPicPr>
          <p:cNvPr id="31" name="Image 8" descr="/home/claude/verihire/icons/l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9314" y="3910706"/>
            <a:ext cx="225308" cy="2253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49440" y="38221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application links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0" y="4334256"/>
            <a:ext cx="402336" cy="402336"/>
          </a:xfrm>
          <a:prstGeom prst="ellipse">
            <a:avLst/>
          </a:prstGeom>
          <a:solidFill>
            <a:srgbClr val="6E2A22"/>
          </a:solidFill>
          <a:ln/>
        </p:spPr>
      </p:sp>
      <p:pic>
        <p:nvPicPr>
          <p:cNvPr id="34" name="Image 9" descr="/home/claude/verihire/icons/idCar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9314" y="4422770"/>
            <a:ext cx="225308" cy="22530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49440" y="433425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personal data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172200" y="1874520"/>
            <a:ext cx="0" cy="2606040"/>
          </a:xfrm>
          <a:prstGeom prst="line">
            <a:avLst/>
          </a:prstGeom>
          <a:noFill/>
          <a:ln w="12700">
            <a:solidFill>
              <a:srgbClr val="2A3574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548640" y="525780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2A3574"/>
          </a:solidFill>
          <a:ln/>
        </p:spPr>
      </p:sp>
      <p:sp>
        <p:nvSpPr>
          <p:cNvPr id="38" name="Text 26"/>
          <p:cNvSpPr/>
          <p:nvPr/>
        </p:nvSpPr>
        <p:spPr>
          <a:xfrm>
            <a:off x="548640" y="52578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Opportunity</a:t>
            </a:r>
            <a:endParaRPr lang="en-US" sz="1250" dirty="0"/>
          </a:p>
        </p:txBody>
      </p:sp>
      <p:sp>
        <p:nvSpPr>
          <p:cNvPr id="39" name="Shape 27"/>
          <p:cNvSpPr/>
          <p:nvPr/>
        </p:nvSpPr>
        <p:spPr>
          <a:xfrm>
            <a:off x="3054096" y="5481828"/>
            <a:ext cx="219456" cy="11887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40" name="Shape 28"/>
          <p:cNvSpPr/>
          <p:nvPr/>
        </p:nvSpPr>
        <p:spPr>
          <a:xfrm>
            <a:off x="3291840" y="525780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2A3574"/>
          </a:solidFill>
          <a:ln/>
        </p:spPr>
      </p:sp>
      <p:sp>
        <p:nvSpPr>
          <p:cNvPr id="41" name="Text 29"/>
          <p:cNvSpPr/>
          <p:nvPr/>
        </p:nvSpPr>
        <p:spPr>
          <a:xfrm>
            <a:off x="3291840" y="52578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Information</a:t>
            </a:r>
            <a:endParaRPr lang="en-US" sz="1250" dirty="0"/>
          </a:p>
        </p:txBody>
      </p:sp>
      <p:sp>
        <p:nvSpPr>
          <p:cNvPr id="42" name="Shape 30"/>
          <p:cNvSpPr/>
          <p:nvPr/>
        </p:nvSpPr>
        <p:spPr>
          <a:xfrm>
            <a:off x="5797296" y="5481828"/>
            <a:ext cx="219456" cy="11887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43" name="Shape 31"/>
          <p:cNvSpPr/>
          <p:nvPr/>
        </p:nvSpPr>
        <p:spPr>
          <a:xfrm>
            <a:off x="6035040" y="525780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2A3574"/>
          </a:solidFill>
          <a:ln/>
        </p:spPr>
      </p:sp>
      <p:sp>
        <p:nvSpPr>
          <p:cNvPr id="44" name="Text 32"/>
          <p:cNvSpPr/>
          <p:nvPr/>
        </p:nvSpPr>
        <p:spPr>
          <a:xfrm>
            <a:off x="6035040" y="52578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Verification</a:t>
            </a:r>
            <a:endParaRPr lang="en-US" sz="1250" dirty="0"/>
          </a:p>
        </p:txBody>
      </p:sp>
      <p:sp>
        <p:nvSpPr>
          <p:cNvPr id="45" name="Shape 33"/>
          <p:cNvSpPr/>
          <p:nvPr/>
        </p:nvSpPr>
        <p:spPr>
          <a:xfrm>
            <a:off x="8540496" y="5481828"/>
            <a:ext cx="219456" cy="118872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46" name="Shape 34"/>
          <p:cNvSpPr/>
          <p:nvPr/>
        </p:nvSpPr>
        <p:spPr>
          <a:xfrm>
            <a:off x="8778240" y="5257800"/>
            <a:ext cx="2487168" cy="566928"/>
          </a:xfrm>
          <a:prstGeom prst="roundRect">
            <a:avLst>
              <a:gd name="adj" fmla="val 12903"/>
            </a:avLst>
          </a:prstGeom>
          <a:solidFill>
            <a:srgbClr val="E8543E"/>
          </a:solidFill>
          <a:ln/>
        </p:spPr>
      </p:sp>
      <p:sp>
        <p:nvSpPr>
          <p:cNvPr id="47" name="Text 35"/>
          <p:cNvSpPr/>
          <p:nvPr/>
        </p:nvSpPr>
        <p:spPr>
          <a:xfrm>
            <a:off x="8778240" y="525780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Risk</a:t>
            </a:r>
            <a:endParaRPr lang="en-US" sz="1250" dirty="0"/>
          </a:p>
        </p:txBody>
      </p:sp>
      <p:sp>
        <p:nvSpPr>
          <p:cNvPr id="48" name="Text 36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not finding opportunities — </a:t>
            </a:r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knowing which opportunities deserve trust.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</a:t>
            </a:r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VeriHire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combines machine-learning analysis, company/URL verification, community reports, and evidence to assess the credibility of internship and job opportunities.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4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verihire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812" y="19248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4000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90776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9" name="Shape 6"/>
          <p:cNvSpPr/>
          <p:nvPr/>
        </p:nvSpPr>
        <p:spPr>
          <a:xfrm>
            <a:off x="2666848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verihire/icons/extr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580" y="19248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26768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63544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13" name="Shape 9"/>
          <p:cNvSpPr/>
          <p:nvPr/>
        </p:nvSpPr>
        <p:spPr>
          <a:xfrm>
            <a:off x="4239616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verihir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348" y="192481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99536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with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NLP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236312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812384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verihire/icons/building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116" y="192481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72304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Company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Link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809080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21" name="Shape 15"/>
          <p:cNvSpPr/>
          <p:nvPr/>
        </p:nvSpPr>
        <p:spPr>
          <a:xfrm>
            <a:off x="7385152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verihire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884" y="192481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45072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8381848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95792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verihire/icons/chartPul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652" y="1924812"/>
            <a:ext cx="283464" cy="28346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17840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Risk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9954616" y="2011680"/>
            <a:ext cx="182880" cy="118872"/>
          </a:xfrm>
          <a:prstGeom prst="rightArrow">
            <a:avLst/>
          </a:prstGeom>
          <a:solidFill>
            <a:srgbClr val="3E64FF"/>
          </a:solidFill>
          <a:ln/>
        </p:spPr>
      </p:sp>
      <p:sp>
        <p:nvSpPr>
          <p:cNvPr id="29" name="Shape 21"/>
          <p:cNvSpPr/>
          <p:nvPr/>
        </p:nvSpPr>
        <p:spPr>
          <a:xfrm>
            <a:off x="10530688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home/claude/verihire/icons/user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2420" y="1924812"/>
            <a:ext cx="283464" cy="28346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890608" y="239572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Moderator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VeriHire does NOT simply output </a:t>
            </a:r>
            <a:pPr algn="ctr" indent="0" marL="0">
              <a:buNone/>
            </a:pPr>
            <a:r>
              <a:rPr lang="en-US" sz="1400" b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"Fake" or "Real."</a:t>
            </a:r>
            <a:pPr algn="ctr" indent="0" marL="0">
              <a:buNone/>
            </a:pPr>
            <a:r>
              <a:rPr lang="en-US" sz="140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provides a full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+ Score + Reasons + Evidence.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563728" y="36118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BEAE7"/>
          </a:solidFill>
          <a:ln w="12700">
            <a:solidFill>
              <a:srgbClr val="E8543E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38048" y="3867912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8543E"/>
          </a:solidFill>
          <a:ln/>
        </p:spPr>
      </p:sp>
      <p:sp>
        <p:nvSpPr>
          <p:cNvPr id="35" name="Text 26"/>
          <p:cNvSpPr/>
          <p:nvPr/>
        </p:nvSpPr>
        <p:spPr>
          <a:xfrm>
            <a:off x="838048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3992728" y="37947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82/100</a:t>
            </a:r>
            <a:endParaRPr lang="en-US" sz="3000" dirty="0"/>
          </a:p>
        </p:txBody>
      </p:sp>
      <p:sp>
        <p:nvSpPr>
          <p:cNvPr id="37" name="Shape 28"/>
          <p:cNvSpPr/>
          <p:nvPr/>
        </p:nvSpPr>
        <p:spPr>
          <a:xfrm>
            <a:off x="838048" y="4544568"/>
            <a:ext cx="310896" cy="310896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38" name="Image 7" descr="/home/claude/verihire/icons/x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118" y="4603638"/>
            <a:ext cx="192756" cy="1927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276960" y="45171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payment request</a:t>
            </a:r>
            <a:endParaRPr lang="en-US" sz="1250" dirty="0"/>
          </a:p>
        </p:txBody>
      </p:sp>
      <p:sp>
        <p:nvSpPr>
          <p:cNvPr id="40" name="Shape 30"/>
          <p:cNvSpPr/>
          <p:nvPr/>
        </p:nvSpPr>
        <p:spPr>
          <a:xfrm>
            <a:off x="838048" y="4965192"/>
            <a:ext cx="310896" cy="310896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41" name="Image 8" descr="/home/claude/verihire/icons/x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118" y="5024262"/>
            <a:ext cx="192756" cy="1927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276960" y="4937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email / domain mismatch</a:t>
            </a:r>
            <a:endParaRPr lang="en-US" sz="1250" dirty="0"/>
          </a:p>
        </p:txBody>
      </p:sp>
      <p:sp>
        <p:nvSpPr>
          <p:cNvPr id="43" name="Shape 32"/>
          <p:cNvSpPr/>
          <p:nvPr/>
        </p:nvSpPr>
        <p:spPr>
          <a:xfrm>
            <a:off x="838048" y="5385816"/>
            <a:ext cx="310896" cy="310896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44" name="Image 9" descr="/home/claude/verihire/icons/x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118" y="5444886"/>
            <a:ext cx="192756" cy="19275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276960" y="53583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community reports</a:t>
            </a:r>
            <a:endParaRPr lang="en-US" sz="1250" dirty="0"/>
          </a:p>
        </p:txBody>
      </p:sp>
      <p:sp>
        <p:nvSpPr>
          <p:cNvPr id="46" name="Shape 34"/>
          <p:cNvSpPr/>
          <p:nvPr/>
        </p:nvSpPr>
        <p:spPr>
          <a:xfrm>
            <a:off x="838048" y="5806440"/>
            <a:ext cx="310896" cy="310896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47" name="Image 10" descr="/home/claude/verihire/icons/x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118" y="5865510"/>
            <a:ext cx="192756" cy="1927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1276960" y="5779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salary claim</a:t>
            </a:r>
            <a:endParaRPr lang="en-US" sz="1250" dirty="0"/>
          </a:p>
        </p:txBody>
      </p:sp>
      <p:sp>
        <p:nvSpPr>
          <p:cNvPr id="49" name="Shape 36"/>
          <p:cNvSpPr/>
          <p:nvPr/>
        </p:nvSpPr>
        <p:spPr>
          <a:xfrm>
            <a:off x="6278728" y="36118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E8F6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6553048" y="38679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6553048" y="448056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52" name="Image 11" descr="/home/claude/verihire/icons/checkCirc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2542" y="4550054"/>
            <a:ext cx="226771" cy="226771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7055968" y="44348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website verified</a:t>
            </a:r>
            <a:endParaRPr lang="en-US" sz="1300" dirty="0"/>
          </a:p>
        </p:txBody>
      </p:sp>
      <p:sp>
        <p:nvSpPr>
          <p:cNvPr id="54" name="Text 40"/>
          <p:cNvSpPr/>
          <p:nvPr/>
        </p:nvSpPr>
        <p:spPr>
          <a:xfrm>
            <a:off x="6553048" y="51206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VeriHire is built to be explainable, not a black-box classifier — every score is backed by evidence the student and moderators can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 Fake-Job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/ SIMPLE APPROACH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80136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3940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01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72384" y="1920240"/>
            <a:ext cx="347472" cy="91440"/>
          </a:xfrm>
          <a:prstGeom prst="rightArrow">
            <a:avLst/>
          </a:prstGeom>
          <a:solidFill>
            <a:srgbClr val="8891B5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80136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39406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01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24144" y="1920240"/>
            <a:ext cx="347472" cy="91440"/>
          </a:xfrm>
          <a:prstGeom prst="rightArrow">
            <a:avLst/>
          </a:prstGeom>
          <a:solidFill>
            <a:srgbClr val="8891B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80136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3940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801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Legitimate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404872"/>
            <a:ext cx="11091672" cy="512064"/>
          </a:xfrm>
          <a:prstGeom prst="roundRect">
            <a:avLst>
              <a:gd name="adj" fmla="val 14286"/>
            </a:avLst>
          </a:prstGeom>
          <a:solidFill>
            <a:srgbClr val="3E64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404872"/>
            <a:ext cx="20244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01722" y="2404872"/>
            <a:ext cx="128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9738" y="2404872"/>
            <a:ext cx="20244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54219" y="2404872"/>
            <a:ext cx="128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82235" y="2404872"/>
            <a:ext cx="20244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Assessment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6717" y="2404872"/>
            <a:ext cx="128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34733" y="2404872"/>
            <a:ext cx="20244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59214" y="2404872"/>
            <a:ext cx="128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87230" y="2404872"/>
            <a:ext cx="20244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Moderation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172968"/>
            <a:ext cx="2072030" cy="2212848"/>
          </a:xfrm>
          <a:prstGeom prst="roundRect">
            <a:avLst>
              <a:gd name="adj" fmla="val 3972"/>
            </a:avLst>
          </a:prstGeom>
          <a:solidFill>
            <a:srgbClr val="2A3574"/>
          </a:solidFill>
          <a:ln/>
        </p:spPr>
      </p:sp>
      <p:sp>
        <p:nvSpPr>
          <p:cNvPr id="25" name="Shape 23"/>
          <p:cNvSpPr/>
          <p:nvPr/>
        </p:nvSpPr>
        <p:spPr>
          <a:xfrm>
            <a:off x="1356055" y="3355848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26" name="Image 0" descr="/home/claude/verihire/icons/n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0355" y="347014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080" y="3959352"/>
            <a:ext cx="188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ML Analysis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4944" y="4416552"/>
            <a:ext cx="17794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job descriptions and opportunity characteristics to estimate suspiciousness.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803550" y="3172968"/>
            <a:ext cx="2072030" cy="2212848"/>
          </a:xfrm>
          <a:prstGeom prst="roundRect">
            <a:avLst>
              <a:gd name="adj" fmla="val 3972"/>
            </a:avLst>
          </a:prstGeom>
          <a:solidFill>
            <a:srgbClr val="2A3574"/>
          </a:solidFill>
          <a:ln/>
        </p:spPr>
      </p:sp>
      <p:sp>
        <p:nvSpPr>
          <p:cNvPr id="30" name="Shape 27"/>
          <p:cNvSpPr/>
          <p:nvPr/>
        </p:nvSpPr>
        <p:spPr>
          <a:xfrm>
            <a:off x="3610966" y="3355848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31" name="Image 1" descr="/home/claude/verihire/icons/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266" y="3470148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894990" y="3959352"/>
            <a:ext cx="188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Verification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949854" y="4416552"/>
            <a:ext cx="17794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company identity, website/domain consistency, and available verification info.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058461" y="3172968"/>
            <a:ext cx="2072030" cy="2212848"/>
          </a:xfrm>
          <a:prstGeom prst="roundRect">
            <a:avLst>
              <a:gd name="adj" fmla="val 3972"/>
            </a:avLst>
          </a:prstGeom>
          <a:solidFill>
            <a:srgbClr val="2A3574"/>
          </a:solidFill>
          <a:ln/>
        </p:spPr>
      </p:sp>
      <p:sp>
        <p:nvSpPr>
          <p:cNvPr id="35" name="Shape 31"/>
          <p:cNvSpPr/>
          <p:nvPr/>
        </p:nvSpPr>
        <p:spPr>
          <a:xfrm>
            <a:off x="5865876" y="3355848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36" name="Image 2" descr="/home/claude/verihire/icons/url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3470148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149901" y="3959352"/>
            <a:ext cx="188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Recruiter Analysis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204765" y="4416552"/>
            <a:ext cx="17794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application links and recruiter contacts for domain mismatches and risk signals.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7313371" y="3172968"/>
            <a:ext cx="2072030" cy="2212848"/>
          </a:xfrm>
          <a:prstGeom prst="roundRect">
            <a:avLst>
              <a:gd name="adj" fmla="val 3972"/>
            </a:avLst>
          </a:prstGeom>
          <a:solidFill>
            <a:srgbClr val="2A3574"/>
          </a:solidFill>
          <a:ln/>
        </p:spPr>
      </p:sp>
      <p:sp>
        <p:nvSpPr>
          <p:cNvPr id="40" name="Shape 35"/>
          <p:cNvSpPr/>
          <p:nvPr/>
        </p:nvSpPr>
        <p:spPr>
          <a:xfrm>
            <a:off x="8120786" y="3355848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41" name="Image 3" descr="/home/claude/verihire/icons/commun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086" y="3470148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404811" y="3959352"/>
            <a:ext cx="188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Intelligence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7459675" y="4416552"/>
            <a:ext cx="17794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students report suspicious opportunities and contribute supporting evidence.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9568282" y="3172968"/>
            <a:ext cx="2072030" cy="2212848"/>
          </a:xfrm>
          <a:prstGeom prst="roundRect">
            <a:avLst>
              <a:gd name="adj" fmla="val 3972"/>
            </a:avLst>
          </a:prstGeom>
          <a:solidFill>
            <a:srgbClr val="2A3574"/>
          </a:solidFill>
          <a:ln/>
        </p:spPr>
      </p:sp>
      <p:sp>
        <p:nvSpPr>
          <p:cNvPr id="45" name="Shape 39"/>
          <p:cNvSpPr/>
          <p:nvPr/>
        </p:nvSpPr>
        <p:spPr>
          <a:xfrm>
            <a:off x="10375697" y="3355848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46" name="Image 4" descr="/home/claude/verihire/icons/moder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997" y="3470148"/>
            <a:ext cx="228600" cy="22860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659722" y="3959352"/>
            <a:ext cx="1889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9714586" y="4416552"/>
            <a:ext cx="177942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Moderators review high-risk or disputed listings — the model never issues a final verdict.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548640" y="55869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model is one component of VeriHire — </a:t>
            </a:r>
            <a:pPr algn="ctr"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is the complete evidence-driven software system around it.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6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Full-Fledged, Semester-Feasible SE Project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351434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70432"/>
            <a:ext cx="3514344" cy="457200"/>
          </a:xfrm>
          <a:prstGeom prst="roundRect">
            <a:avLst>
              <a:gd name="adj" fmla="val 18000"/>
            </a:avLst>
          </a:prstGeom>
          <a:solidFill>
            <a:srgbClr val="3E64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99032"/>
            <a:ext cx="3514344" cy="228600"/>
          </a:xfrm>
          <a:prstGeom prst="rect">
            <a:avLst/>
          </a:prstGeom>
          <a:solidFill>
            <a:srgbClr val="3E64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170432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1773936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9" name="Image 0" descr="/home/claude/verihire/icons/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288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746504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3232" y="2080260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12" name="Image 1" descr="/home/claude/verihir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135124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052828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opportunities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13232" y="2386584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15" name="Image 2" descr="/home/claude/verihire/icons/subm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44144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2359152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opportunities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13232" y="2692908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18" name="Image 3" descr="/home/claude/verihire/icons/chartPul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74777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2665476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risk reports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13232" y="2999232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21" name="Image 4" descr="/home/claude/verihire/icons/rep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054096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2971800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listings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13232" y="3305556"/>
            <a:ext cx="274320" cy="27432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24" name="Image 5" descr="/home/claude/verihire/icons/evide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360420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78992" y="3278124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evidence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337304" y="1170432"/>
            <a:ext cx="351434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337304" y="1170432"/>
            <a:ext cx="3514344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8" name="Shape 20"/>
          <p:cNvSpPr/>
          <p:nvPr/>
        </p:nvSpPr>
        <p:spPr>
          <a:xfrm>
            <a:off x="4337304" y="1399032"/>
            <a:ext cx="3514344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1"/>
          <p:cNvSpPr/>
          <p:nvPr/>
        </p:nvSpPr>
        <p:spPr>
          <a:xfrm>
            <a:off x="4501896" y="1170432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4501896" y="1773936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6" descr="/home/claude/verihire/icons/n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760" y="1828800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867656" y="1746504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ML model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501896" y="20802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/home/claude/verihire/icons/chartPul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760" y="2135124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867656" y="2052828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4501896" y="238658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8" descr="/home/claude/verihire/icons/building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760" y="244144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67656" y="2359152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verification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4501896" y="269290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9" descr="/home/claude/verihire/icons/urlAnalysi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760" y="2747772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867656" y="2665476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domain analysis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4501896" y="29992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10" descr="/home/claude/verihire/icons/layer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6760" y="3054096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867656" y="2971800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8125968" y="1170432"/>
            <a:ext cx="3514344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8125968" y="1170432"/>
            <a:ext cx="3514344" cy="457200"/>
          </a:xfrm>
          <a:prstGeom prst="roundRect">
            <a:avLst>
              <a:gd name="adj" fmla="val 18000"/>
            </a:avLst>
          </a:prstGeom>
          <a:solidFill>
            <a:srgbClr val="F2994A"/>
          </a:solidFill>
          <a:ln/>
        </p:spPr>
      </p:sp>
      <p:sp>
        <p:nvSpPr>
          <p:cNvPr id="47" name="Shape 34"/>
          <p:cNvSpPr/>
          <p:nvPr/>
        </p:nvSpPr>
        <p:spPr>
          <a:xfrm>
            <a:off x="8125968" y="1399032"/>
            <a:ext cx="3514344" cy="2286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8" name="Text 35"/>
          <p:cNvSpPr/>
          <p:nvPr/>
        </p:nvSpPr>
        <p:spPr>
          <a:xfrm>
            <a:off x="8290560" y="1170432"/>
            <a:ext cx="318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&amp; Admin</a:t>
            </a:r>
            <a:endParaRPr lang="en-US" sz="1350" dirty="0"/>
          </a:p>
        </p:txBody>
      </p:sp>
      <p:sp>
        <p:nvSpPr>
          <p:cNvPr id="49" name="Shape 36"/>
          <p:cNvSpPr/>
          <p:nvPr/>
        </p:nvSpPr>
        <p:spPr>
          <a:xfrm>
            <a:off x="8290560" y="17739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0" name="Image 11" descr="/home/claude/verihire/icons/investiga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5424" y="1828800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656320" y="1746504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investigation</a:t>
            </a:r>
            <a:endParaRPr lang="en-US" sz="1050" dirty="0"/>
          </a:p>
        </p:txBody>
      </p:sp>
      <p:sp>
        <p:nvSpPr>
          <p:cNvPr id="52" name="Shape 38"/>
          <p:cNvSpPr/>
          <p:nvPr/>
        </p:nvSpPr>
        <p:spPr>
          <a:xfrm>
            <a:off x="8290560" y="2080260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3" name="Image 12" descr="/home/claude/verihire/icons/building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45424" y="2135124"/>
            <a:ext cx="164592" cy="164592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8656320" y="2052828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verification</a:t>
            </a:r>
            <a:endParaRPr lang="en-US" sz="1050" dirty="0"/>
          </a:p>
        </p:txBody>
      </p:sp>
      <p:sp>
        <p:nvSpPr>
          <p:cNvPr id="55" name="Shape 40"/>
          <p:cNvSpPr/>
          <p:nvPr/>
        </p:nvSpPr>
        <p:spPr>
          <a:xfrm>
            <a:off x="8290560" y="2386584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6" name="Image 13" descr="/home/claude/verihire/icons/moderatio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5424" y="2441448"/>
            <a:ext cx="164592" cy="164592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8656320" y="2359152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moderation</a:t>
            </a:r>
            <a:endParaRPr lang="en-US" sz="1050" dirty="0"/>
          </a:p>
        </p:txBody>
      </p:sp>
      <p:sp>
        <p:nvSpPr>
          <p:cNvPr id="58" name="Shape 42"/>
          <p:cNvSpPr/>
          <p:nvPr/>
        </p:nvSpPr>
        <p:spPr>
          <a:xfrm>
            <a:off x="8290560" y="269290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9" name="Image 14" descr="/home/claude/verihire/icons/audi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5424" y="2747772"/>
            <a:ext cx="164592" cy="164592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8656320" y="2665476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61" name="Shape 44"/>
          <p:cNvSpPr/>
          <p:nvPr/>
        </p:nvSpPr>
        <p:spPr>
          <a:xfrm>
            <a:off x="8290560" y="299923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2" name="Image 15" descr="/home/claude/verihire/icons/analytic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5424" y="3054096"/>
            <a:ext cx="164592" cy="164592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8656320" y="2971800"/>
            <a:ext cx="281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64" name="Text 46"/>
          <p:cNvSpPr/>
          <p:nvPr/>
        </p:nvSpPr>
        <p:spPr>
          <a:xfrm>
            <a:off x="548640" y="3767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65" name="Shape 47"/>
          <p:cNvSpPr/>
          <p:nvPr/>
        </p:nvSpPr>
        <p:spPr>
          <a:xfrm>
            <a:off x="1167166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6" name="Image 16" descr="/home/claude/verihire/icons/react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45347" y="4156405"/>
            <a:ext cx="191110" cy="191110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502920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 + Tailwind</a:t>
            </a:r>
            <a:endParaRPr lang="en-US" sz="830" dirty="0"/>
          </a:p>
        </p:txBody>
      </p:sp>
      <p:sp>
        <p:nvSpPr>
          <p:cNvPr id="68" name="Shape 49"/>
          <p:cNvSpPr/>
          <p:nvPr/>
        </p:nvSpPr>
        <p:spPr>
          <a:xfrm>
            <a:off x="2751691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9" name="Image 17" descr="/home/claude/verihire/icons/nod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29872" y="4156405"/>
            <a:ext cx="191110" cy="191110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2087445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30" dirty="0"/>
          </a:p>
        </p:txBody>
      </p:sp>
      <p:sp>
        <p:nvSpPr>
          <p:cNvPr id="71" name="Shape 51"/>
          <p:cNvSpPr/>
          <p:nvPr/>
        </p:nvSpPr>
        <p:spPr>
          <a:xfrm>
            <a:off x="4336215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2" name="Image 18" descr="/home/claude/verihire/icons/databas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14397" y="4156405"/>
            <a:ext cx="191110" cy="191110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3671969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830" dirty="0"/>
          </a:p>
        </p:txBody>
      </p:sp>
      <p:sp>
        <p:nvSpPr>
          <p:cNvPr id="74" name="Shape 53"/>
          <p:cNvSpPr/>
          <p:nvPr/>
        </p:nvSpPr>
        <p:spPr>
          <a:xfrm>
            <a:off x="5920740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5" name="Image 19" descr="/home/claude/verihire/icons/pyth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98921" y="4156405"/>
            <a:ext cx="191110" cy="191110"/>
          </a:xfrm>
          <a:prstGeom prst="rect">
            <a:avLst/>
          </a:prstGeom>
        </p:spPr>
      </p:pic>
      <p:sp>
        <p:nvSpPr>
          <p:cNvPr id="76" name="Text 54"/>
          <p:cNvSpPr/>
          <p:nvPr/>
        </p:nvSpPr>
        <p:spPr>
          <a:xfrm>
            <a:off x="5256494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ML</a:t>
            </a:r>
            <a:endParaRPr lang="en-US" sz="830" dirty="0"/>
          </a:p>
        </p:txBody>
      </p:sp>
      <p:sp>
        <p:nvSpPr>
          <p:cNvPr id="77" name="Shape 55"/>
          <p:cNvSpPr/>
          <p:nvPr/>
        </p:nvSpPr>
        <p:spPr>
          <a:xfrm>
            <a:off x="7505265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8" name="Image 20" descr="/home/claude/verihire/icons/clou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3446" y="4156405"/>
            <a:ext cx="191110" cy="191110"/>
          </a:xfrm>
          <a:prstGeom prst="rect">
            <a:avLst/>
          </a:prstGeom>
        </p:spPr>
      </p:pic>
      <p:sp>
        <p:nvSpPr>
          <p:cNvPr id="79" name="Text 56"/>
          <p:cNvSpPr/>
          <p:nvPr/>
        </p:nvSpPr>
        <p:spPr>
          <a:xfrm>
            <a:off x="6841018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Storage</a:t>
            </a:r>
            <a:endParaRPr lang="en-US" sz="830" dirty="0"/>
          </a:p>
        </p:txBody>
      </p:sp>
      <p:sp>
        <p:nvSpPr>
          <p:cNvPr id="80" name="Shape 57"/>
          <p:cNvSpPr/>
          <p:nvPr/>
        </p:nvSpPr>
        <p:spPr>
          <a:xfrm>
            <a:off x="9089789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1" name="Image 21" descr="/home/claude/verihire/icons/gi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7970" y="4156405"/>
            <a:ext cx="191110" cy="191110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8425543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830" dirty="0"/>
          </a:p>
        </p:txBody>
      </p:sp>
      <p:sp>
        <p:nvSpPr>
          <p:cNvPr id="83" name="Shape 59"/>
          <p:cNvSpPr/>
          <p:nvPr/>
        </p:nvSpPr>
        <p:spPr>
          <a:xfrm>
            <a:off x="10674314" y="407822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4" name="Image 22" descr="/home/claude/verihire/icons/rocket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52495" y="4156405"/>
            <a:ext cx="191110" cy="191110"/>
          </a:xfrm>
          <a:prstGeom prst="rect">
            <a:avLst/>
          </a:prstGeom>
        </p:spPr>
      </p:pic>
      <p:sp>
        <p:nvSpPr>
          <p:cNvPr id="85" name="Text 60"/>
          <p:cNvSpPr/>
          <p:nvPr/>
        </p:nvSpPr>
        <p:spPr>
          <a:xfrm>
            <a:off x="10010067" y="4462272"/>
            <a:ext cx="16759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41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Render/Railway</a:t>
            </a:r>
            <a:endParaRPr lang="en-US" sz="830" dirty="0"/>
          </a:p>
        </p:txBody>
      </p:sp>
      <p:sp>
        <p:nvSpPr>
          <p:cNvPr id="86" name="Shape 61"/>
          <p:cNvSpPr/>
          <p:nvPr/>
        </p:nvSpPr>
        <p:spPr>
          <a:xfrm>
            <a:off x="548640" y="4946904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87" name="Image 23" descr="/home/claude/verihire/icons/users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2940" y="5061204"/>
            <a:ext cx="228600" cy="228600"/>
          </a:xfrm>
          <a:prstGeom prst="rect">
            <a:avLst/>
          </a:prstGeom>
        </p:spPr>
      </p:pic>
      <p:sp>
        <p:nvSpPr>
          <p:cNvPr id="88" name="Text 62"/>
          <p:cNvSpPr/>
          <p:nvPr/>
        </p:nvSpPr>
        <p:spPr>
          <a:xfrm>
            <a:off x="1115568" y="4892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2400" dirty="0"/>
          </a:p>
        </p:txBody>
      </p:sp>
      <p:sp>
        <p:nvSpPr>
          <p:cNvPr id="89" name="Text 63"/>
          <p:cNvSpPr/>
          <p:nvPr/>
        </p:nvSpPr>
        <p:spPr>
          <a:xfrm>
            <a:off x="1115568" y="533095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team</a:t>
            </a:r>
            <a:endParaRPr lang="en-US" sz="1000" dirty="0"/>
          </a:p>
        </p:txBody>
      </p:sp>
      <p:sp>
        <p:nvSpPr>
          <p:cNvPr id="90" name="Shape 64"/>
          <p:cNvSpPr/>
          <p:nvPr/>
        </p:nvSpPr>
        <p:spPr>
          <a:xfrm>
            <a:off x="4245864" y="4946904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91" name="Image 24" descr="/home/claude/verihire/icons/calenda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60164" y="5061204"/>
            <a:ext cx="228600" cy="228600"/>
          </a:xfrm>
          <a:prstGeom prst="rect">
            <a:avLst/>
          </a:prstGeom>
        </p:spPr>
      </p:pic>
      <p:sp>
        <p:nvSpPr>
          <p:cNvPr id="92" name="Text 65"/>
          <p:cNvSpPr/>
          <p:nvPr/>
        </p:nvSpPr>
        <p:spPr>
          <a:xfrm>
            <a:off x="4812792" y="4892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10–12</a:t>
            </a:r>
            <a:endParaRPr lang="en-US" sz="2400" dirty="0"/>
          </a:p>
        </p:txBody>
      </p:sp>
      <p:sp>
        <p:nvSpPr>
          <p:cNvPr id="93" name="Text 66"/>
          <p:cNvSpPr/>
          <p:nvPr/>
        </p:nvSpPr>
        <p:spPr>
          <a:xfrm>
            <a:off x="4812792" y="533095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build</a:t>
            </a:r>
            <a:endParaRPr lang="en-US" sz="1000" dirty="0"/>
          </a:p>
        </p:txBody>
      </p:sp>
      <p:sp>
        <p:nvSpPr>
          <p:cNvPr id="94" name="Shape 67"/>
          <p:cNvSpPr/>
          <p:nvPr/>
        </p:nvSpPr>
        <p:spPr>
          <a:xfrm>
            <a:off x="7943088" y="4946904"/>
            <a:ext cx="457200" cy="457200"/>
          </a:xfrm>
          <a:prstGeom prst="ellipse">
            <a:avLst/>
          </a:prstGeom>
          <a:solidFill>
            <a:srgbClr val="3E64FF"/>
          </a:solidFill>
          <a:ln/>
        </p:spPr>
      </p:sp>
      <p:pic>
        <p:nvPicPr>
          <p:cNvPr id="95" name="Image 25" descr="/home/claude/verihire/icons/rocket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57388" y="5061204"/>
            <a:ext cx="228600" cy="228600"/>
          </a:xfrm>
          <a:prstGeom prst="rect">
            <a:avLst/>
          </a:prstGeom>
        </p:spPr>
      </p:pic>
      <p:sp>
        <p:nvSpPr>
          <p:cNvPr id="96" name="Text 68"/>
          <p:cNvSpPr/>
          <p:nvPr/>
        </p:nvSpPr>
        <p:spPr>
          <a:xfrm>
            <a:off x="8510016" y="4892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97" name="Text 69"/>
          <p:cNvSpPr/>
          <p:nvPr/>
        </p:nvSpPr>
        <p:spPr>
          <a:xfrm>
            <a:off x="8510016" y="5330952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stages</a:t>
            </a:r>
            <a:endParaRPr lang="en-US" sz="1000" dirty="0"/>
          </a:p>
        </p:txBody>
      </p:sp>
      <p:sp>
        <p:nvSpPr>
          <p:cNvPr id="98" name="Shape 70"/>
          <p:cNvSpPr/>
          <p:nvPr/>
        </p:nvSpPr>
        <p:spPr>
          <a:xfrm>
            <a:off x="548640" y="5815584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99" name="Text 71"/>
          <p:cNvSpPr/>
          <p:nvPr/>
        </p:nvSpPr>
        <p:spPr>
          <a:xfrm>
            <a:off x="822960" y="5815584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VeriHire is not another job portal. </a:t>
            </a:r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evidence-driven trust and risk-assessment layer for online career opportunities.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2026-08-11T19:42:34Z</dcterms:created>
  <dcterms:modified xsi:type="dcterms:W3CDTF">2026-08-11T19:42:34Z</dcterms:modified>
</cp:coreProperties>
</file>